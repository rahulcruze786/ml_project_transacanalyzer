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API — Architecture &amp; Route Guide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sklearn · joblib · AWS S3 · SAP HANA HDI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7373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37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246120"/>
            <a:ext cx="17373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3337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17373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337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246120"/>
            <a:ext cx="17373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3337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Container  ·  pipeline.py  ·  model_loader.py  ·  app.py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(Browser)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all data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685800"/>
            <a:ext cx="2743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777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(Server)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234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handling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685800"/>
            <a:ext cx="2743200" cy="13716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777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234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logic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+ joblib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3716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3716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3957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 Platform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76148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78892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Flask app)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03120" y="276148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03120" y="278892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(scales the app)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94760" y="276148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94760" y="278892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/mnt/models/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(.pkl + .json files)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276148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278892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Bucket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(artifact storage)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276148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278892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Secret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 credentials)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0690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process_types always loaded from model_config_{market}.json — NEVER from UI payload. This guarantees the pipeline always matches what the model was trained with.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owns data  ·  Server is stateless  ·  Models live in S3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Core: Container as Server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21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621792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triggered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9509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Deploy in SAP AI Launchpad. AI Core pulls your Docker image from the registry.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5029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673352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709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copied from S3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025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resolves ai://default/&lt;execution_id&gt;/ALL_MARKET_NB_MODEL, authenticates to AWS S3 (ap-southeast-1) using Object Store Secret, copies .pkl + .json files into /mnt/models/ inside the container.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2491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724912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27614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540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executes app.run(host='0.0.0.0', port=8080). Flask starts listening. THIS is the server going live.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76472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776472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813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URL 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056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exposes a public HTTPS endpoint. UI calls this URL — requests hit your Flask app inside the container.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MODEL_DIR = os.environ.get('MODEL_PATH', '/mnt/models')  ← SAP AI Core injects MODEL_PATH at container startup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Journey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94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" y="95097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852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603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Hong Kong / Singapore in the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149961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152144"/>
            <a:ext cx="594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1521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16736" y="1133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/v1/getMetadata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1521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process_types, text_column, key_cols from model_config 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69164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" y="204825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170078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7007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16736" y="16824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/v1/getConfig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1700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editable config params — THRESHOLD_AMOUNT, overwrite rules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24028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" y="259689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224942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2494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16736" y="2231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/v1/getAccountMapping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2249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editable GL account → ExpenseType mapping 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78892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" y="314553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279806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27980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16736" y="2779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/saveAccountMapping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2798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any mapping corrections made by the user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337560"/>
            <a:ext cx="347472" cy="34747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2336" y="369417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334670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3467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16736" y="3328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/v1/process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80560" y="33467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ML pipeline — predict, net-off, threshold, overwrite rules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388620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02336" y="4242816"/>
            <a:ext cx="0" cy="23774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389534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38953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16736" y="3877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/v1/OverwritePrediction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80560" y="38953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corrects wrong predictions after pipeline runs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4348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" y="4443984"/>
            <a:ext cx="5943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44439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16736" y="4425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/v1/OverwriteReview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480560" y="44439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gives final approval — results finalized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Routes — Metadata, Config, Account Mapping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66928"/>
            <a:ext cx="6583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5852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/v1/getMetadata?market=Hong Kong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when user selects a market. Reads model_config_{market}.json from /mnt/models/ on disk.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?market=Hong Kong  (URL query param)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text_column, key_cols, process_types, allowed_class, seasonal_words, model 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237744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8249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process_types from this response is used for ALL subsequent filtering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8595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29968"/>
            <a:ext cx="65836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2996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20482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/v1/getConfig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591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editable config params so user can review and change values before running prediction.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7004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{ market, config: [ ...full config table rows... ] 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88950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Filtered rows: THRESHOLD_AMOUNT, OW_RL_FM_PROFIT_CENTRE, NET_OFF_GROUPBY etc.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8595360" cy="237744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4553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process_types loaded from metadata — UI does NOT send it. ProcessType column may not exist in every row.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8595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93008"/>
            <a:ext cx="65836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35112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/v1/getAccountMapping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8221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GL account → ExpenseType mapping table so user can spot and correct wrong mappings.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13308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{ market, account_mapping: [ ...full mapping rows... ]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35254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Filtered rows: Account, ExpenseType, ProcessType, Market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90288"/>
            <a:ext cx="8595360" cy="237744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60857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Wrong mapping = wrong model predicts for that account. User corrects before running prediction.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/v1/process — Main Prediction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39319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Payload (request body)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"Hong Kong"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170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model to load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journal_lines: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5910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{...}, {...}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10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account_mapping: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2311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{...}, {...}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450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→ ExpenseType mapping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8712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8712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{Parameter, Value}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0906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filtered by getConfig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548640"/>
            <a:ext cx="4297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548640"/>
            <a:ext cx="4297680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5486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 (pipeline.py)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969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metadata + models from /mnt/models/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289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accounts by process_types (from metadata)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64592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609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account mapping onto journal 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929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text with seasonal_words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28600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key → run ML predict_proba()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569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net-off logic (offsetting amounts)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 logic (small amounts)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246120"/>
            <a:ext cx="201168" cy="20116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209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overwrite rules (PREV, Payment, Text)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change: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396849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rows sent by UI are already filtered by /v1/getConfig — no re-filtering in /v1/process. Server converts Parameter+Value rows directly to flat config_params dict using dict(zip(config_df['Parameter'], config_df['Value'])).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616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45537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status, message, rows_processed, execution_time_seconds, data: [ ...predicted rows with Prediction, Confidence, InflunceParameter, ClassProbabilities, NetOff, ThresholdAmountReached, OperUnitSplit ] 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Routes — Save, Overwrite &amp; Review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66928"/>
            <a:ext cx="65836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5852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/saveAccountMapping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corrected an account mapping in the UI table. Validates 4 required fields, returns accepted records. UI persists changes locally and sends updated mapping in /v1/process.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{ payload: [ { Account, ExpenseType, ProcessType, Market } ]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{ status, message, data: accepted records 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Account, ExpenseType, ProcessType, Market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48256"/>
            <a:ext cx="658368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4825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0665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/v1/OverwritePrediction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 wrong prediction after pipeline runs and corrects it. E.g. model predicted Non-deductible but reviewer knows it should be Deductible. UI sends corrected record.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6883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Single record OR list of corrected prediction records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88950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{ status, message, data: accepted records 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MTDPeriod, DocumentNumber, GLAccount, PostingItem, Ledger, Entity/BU, SourceDocumentNo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29584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2958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3547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/v1/OverwriteReview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58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approval stage. Operator (manager) gives final sign-off after reviewer corrections. Two-stage human gate: reviewer fixes, operator approves.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16966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Single record OR list of operator-approved records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3708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{ status, message, data: accepted records 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5902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Same 7 primary keys as OverwritePrediction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Payload Structure — POST /v1/process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66928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59536"/>
            <a:ext cx="17373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"Hong Kong"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identifies which model_config_{market}.json to load from /mnt/models/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566928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566928"/>
            <a:ext cx="3200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566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journal_lines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859536"/>
            <a:ext cx="3017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{ MTDPeriod, DocumentNumber, GLAccount, GLTBSource, TEXT(S4Journal), Amount(Base), ... }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orient=records — one dict per transaction row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566928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566928"/>
            <a:ext cx="320040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566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account_mapping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859536"/>
            <a:ext cx="3017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{ Account, ExpenseType, ProcessType, Market }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orient=records — one dict per GL account mapping row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64208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64208"/>
            <a:ext cx="85953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642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195681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{ Market, ProcessType, Parameter, Value }, ...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filtered by /v1/getConfig before this call.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converts → config_params = dict(zip(Parameter, Value))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values (e.g. THRESHOLD_AMOUNT=30000) arrive here exactly as user set them.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859536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1635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orient='records' explained: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0175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df.to_dict(orient='records') converts a DataFrame → list of dicts, one dict per row. This is the natural shape for the UI to loop over and display as a table, and for pd.DataFrame(data) to reconstruct on the server side.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85953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3814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 rows (from UI) → flat config_params dict (for process_data)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config_df     = pd.DataFrame(config_rows)   # list of {Parameter, Value} dicts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config_params = dict(zip(config_df['Parameter'], config_df['Value']))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 'THRESHOLD_AMOUNT': '30000', 'OW_RL_FM_PROFIT_CENTRE': '1234', ... 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78808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245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design: Server never stores data between requests. UI owns all state — it holds the config rows, mapping rows, and journal lines, and sends everything it needs in each request.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— Separation of Concerns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12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886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 — Flask routes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07592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1615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all URL routes with @app.route()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19656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72821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request.get_json() from 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24028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required fields in payload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84378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752344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process_data() from pipeline.py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5584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264408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jsonify() responses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867912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776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contains ML or pandas 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5943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594360"/>
            <a:ext cx="2834640" cy="5029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612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886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logic only — prediction pipeline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55848" y="1307592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121615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— runs sklearn pipeline per row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1819656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172821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process_data() — full prediction flow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224028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Net-off, threshold, overwrite rule logic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2843784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2752344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from model_loader and preprocess_text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3355848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75304" y="3264408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Flask or HTTP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3867912"/>
            <a:ext cx="146304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75304" y="3776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plain Python dict to app.py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5943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594360"/>
            <a:ext cx="283464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612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model_loader.py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886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reads only — model files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1307592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121615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load_metadata() — reads model_config.json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27648" y="1819656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172821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load_models() — joblib.load() each .pkl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27648" y="2331720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224028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/mnt/models/ (MODEL_PATH env)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27648" y="2843784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7104" y="2752344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copied from S3 by SAP AI Core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27648" y="3355848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3264408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dict of loaded Pipeline objects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27648" y="3867912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3776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called directly by routes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shared/preprocess_text.py  ·  shared/hdi_data.py  ·  webapp/ (UI files)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08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73936"/>
            <a:ext cx="3895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SAP AI Core invokes your Docker container and Flask starts on port 8080, that running container is the server. AI Core manages, scales, and exposes it via a deployment URL.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5943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408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owns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773936"/>
            <a:ext cx="3895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HDI reads or writes. UI sends all data in request body. Server is stateless — it processes what it receives and returns JSON. UI persists everything.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594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process_types from metadata always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419856"/>
            <a:ext cx="3895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process_types is always loaded from model_config_{market}.json on disk. UI never sends it. This guarantees the pipeline matches training.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594360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17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0540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filtering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419856"/>
            <a:ext cx="3895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rows sent to /v1/process are already filtered by /v1/getConfig. Server converts Parameter+Value rows directly to config_params — no re-filtering needed.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  ·  Flask  ·  sklearn  ·  joblib  ·  AWS S3  ·  pandas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AI Core — ML Prediction API</dc:title>
  <dc:subject>PptxGenJS Presentation</dc:subject>
  <dc:creator>PptxGenJS</dc:creator>
  <cp:lastModifiedBy>PptxGenJS</cp:lastModifiedBy>
  <cp:revision>1</cp:revision>
  <dcterms:created xsi:type="dcterms:W3CDTF">2026-05-03T19:35:48Z</dcterms:created>
  <dcterms:modified xsi:type="dcterms:W3CDTF">2026-05-03T19:35:48Z</dcterms:modified>
</cp:coreProperties>
</file>